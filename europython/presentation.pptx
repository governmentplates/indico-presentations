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7"/>
  </p:notesMasterIdLst>
  <p:sldSz cx="12192000" cy="6858000" type="custom"/>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3"/>
  </p:normalViewPr>
  <p:slideViewPr>
    <p:cSldViewPr snapToGrid="0" snapToObjects="1">
      <p:cViewPr varScale="1">
        <p:scale>
          <a:sx n="119" d="100"/>
          <a:sy n="119" d="100"/>
        </p:scale>
        <p:origin x="3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  <Relationship Id="rId1" Target="slideMasters/slideMaster1.xml" Type="http://schemas.openxmlformats.org/officeDocument/2006/relationships/slideMaster"/>  <Relationship Id="rId2" Target="slides/slide1.xml" Type="http://schemas.openxmlformats.org/officeDocument/2006/relationships/slide"/>  <Relationship Id="rId3" Target="slides/slide2.xml" Type="http://schemas.openxmlformats.org/officeDocument/2006/relationships/slide"/>  <Relationship Id="rId4" Target="slides/slide3.xml" Type="http://schemas.openxmlformats.org/officeDocument/2006/relationships/slide"/>  <Relationship Id="rId5" Target="slides/slide4.xml" Type="http://schemas.openxmlformats.org/officeDocument/2006/relationships/slide"/>  <Relationship Id="rId6" Target="slides/slide5.xml" Type="http://schemas.openxmlformats.org/officeDocument/2006/relationships/slide"/>  <Relationship Id="rId7" Target="slides/slide6.xml" Type="http://schemas.openxmlformats.org/officeDocument/2006/relationships/slide"/>  <Relationship Id="rId8" Target="slides/slide7.xml" Type="http://schemas.openxmlformats.org/officeDocument/2006/relationships/slide"/>  <Relationship Id="rId9" Target="slides/slide8.xml" Type="http://schemas.openxmlformats.org/officeDocument/2006/relationships/slide"/>  <Relationship Id="rId10" Target="slides/slide9.xml" Type="http://schemas.openxmlformats.org/officeDocument/2006/relationships/slide"/>  <Relationship Id="rId11" Target="slides/slide10.xml" Type="http://schemas.openxmlformats.org/officeDocument/2006/relationships/slide"/>  <Relationship Id="rId12" Target="slides/slide11.xml" Type="http://schemas.openxmlformats.org/officeDocument/2006/relationships/slide"/>  <Relationship Id="rId13" Type="http://schemas.openxmlformats.org/officeDocument/2006/relationships/presProps" Target="presProps.xml"/>  <Relationship Id="rId14" Type="http://schemas.openxmlformats.org/officeDocument/2006/relationships/viewProps" Target="viewProps.xml"/>  <Relationship Id="rId15" Type="http://schemas.openxmlformats.org/officeDocument/2006/relationships/theme" Target="theme/theme1.xml"/>  <Relationship Id="rId16" Type="http://schemas.openxmlformats.org/officeDocument/2006/relationships/tableStyles" Target="tableStyles.xml"/>  <Relationship Id="rId17" Type="http://schemas.openxmlformats.org/officeDocument/2006/relationships/notesMaster" Target="notesMasters/notesMaster1.xml"/></Relationships>
</file>

<file path=ppt/notesMasters/_rels/notesMaster1.xml.rels><?xml version="1.0" encoding="UTF-8"?>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smtClean="0"/>
              <a:t>6/20/18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smtClean="0"/>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Jinja, reactivity handled by jQuery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"early adopters" - back when class components were the (only)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self-contained SPA, great for testing out stuff
The team liked it so we decided to stick with it
Since then, all new features use React if possible
It was not possible rewrite all of Indico to React in one go, the switch is happening gradually
What helped a lot, is being able to mix Jinja and React on the same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Header + sidebar rendered with Jinja, profile itself is written in React
React code also uses Rest endpoints returning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Jinja is used to render the header and sidebar
It also renders a container element with a predefined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id is used by React to render inside the container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Very successful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media/image1.png" Type="http://schemas.openxmlformats.org/officeDocument/2006/relationships/image"/><Relationship Id="rId2"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media/image2.png" Type="http://schemas.openxmlformats.org/officeDocument/2006/relationships/image"/><Relationship Id="rId2"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media/image3.png" Type="http://schemas.openxmlformats.org/officeDocument/2006/relationships/image"/><Relationship Id="rId2"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media/image4.png" Type="http://schemas.openxmlformats.org/officeDocument/2006/relationships/image"/><Relationship Id="rId2"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media/image5.png" Type="http://schemas.openxmlformats.org/officeDocument/2006/relationships/image"/><Relationship Id="rId2"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media/image6.png" Type="http://schemas.openxmlformats.org/officeDocument/2006/relationships/image"/><Relationship Id="rId2"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media/image7.png" Type="http://schemas.openxmlformats.org/officeDocument/2006/relationships/image"/><Relationship Id="rId2"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media/image8.png" Type="http://schemas.openxmlformats.org/officeDocument/2006/relationships/image"/><Relationship Id="rId2"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media/image9.png" Type="http://schemas.openxmlformats.org/officeDocument/2006/relationships/image"/><Relationship Id="rId2"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media/image10.png" Type="http://schemas.openxmlformats.org/officeDocument/2006/relationships/image"/><Relationship Id="rId2" Target="../slideMasters/slideMaster1.xml" Type="http://schemas.openxmlformats.org/officeDocument/2006/relationships/slideMaster"/></Relationships>
</file>

<file path=ppt/slideLayouts/_rels/slideLayout12.xml.rels><?xml version="1.0" encoding="UTF-8" standalone="yes"?>
<Relationships xmlns="http://schemas.openxmlformats.org/package/2006/relationships"><Relationship Id="rId1" Target="../media/image11.png" Type="http://schemas.openxmlformats.org/officeDocument/2006/relationships/image"/><Relationship Id="rId2"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g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ag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ag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ag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ag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g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g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ag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slideLayouts/slideLayout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
<Relationships xmlns="http://schemas.openxmlformats.org/package/2006/relationships"><Relationship Id="rId1" Target="../slideLayouts/slideLayout3.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
<Relationships xmlns="http://schemas.openxmlformats.org/package/2006/relationships"><Relationship Id="rId1" Target="../slideLayouts/slideLayout4.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
<Relationships xmlns="http://schemas.openxmlformats.org/package/2006/relationships"><Relationship Id="rId1" Target="../slideLayouts/slideLayout5.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
<Relationships xmlns="http://schemas.openxmlformats.org/package/2006/relationships"><Relationship Id="rId1" Target="../slideLayouts/slideLayout6.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
<Relationships xmlns="http://schemas.openxmlformats.org/package/2006/relationships"><Relationship Id="rId1" Target="../slideLayouts/slideLayout8.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
<Relationships xmlns="http://schemas.openxmlformats.org/package/2006/relationships"><Relationship Id="rId1" Target="../slideLayouts/slideLayout9.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
<Relationships xmlns="http://schemas.openxmlformats.org/package/2006/relationships"><Relationship Id="rId1" Target="../slideLayouts/slideLayout10.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
<Relationships xmlns="http://schemas.openxmlformats.org/package/2006/relationships"><Relationship Id="rId1" Target="../slideLayouts/slideLayout11.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
<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PresentationFormat>
  <Paragraphs>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by Marp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Indico: the 20 year history and evolution of an open-source project at CERN</dc:title>
  <dc:subject>PptxGenJS Presentation</dc:subject>
  <dc:creator>Created by Marp</dc:creator>
  <cp:lastModifiedBy>Created by Marp</cp:lastModifiedBy>
  <cp:revision>1</cp:revision>
  <dcterms:created xsi:type="dcterms:W3CDTF">2025-06-18T13:19:41.787Z</dcterms:created>
  <dcterms:modified xsi:type="dcterms:W3CDTF">2025-06-18T13:19:41.787Z</dcterms:modified>
</cp:coreProperties>
</file>