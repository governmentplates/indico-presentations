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61"/>
  </p:notesMasterIdLst>
  <p:sldSz cx="12192000" cy="6858000" type="custom"/>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0"/>
    <p:restoredTop sz="94613"/>
  </p:normalViewPr>
  <p:slideViewPr>
    <p:cSldViewPr snapToGrid="0" snapToObjects="1">
      <p:cViewPr varScale="1">
        <p:scale>
          <a:sx n="119" d="100"/>
          <a:sy n="119" d="100"/>
        </p:scale>
        <p:origin x="3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  <Relationship Id="rId1" Target="slideMasters/slideMaster1.xml" Type="http://schemas.openxmlformats.org/officeDocument/2006/relationships/slideMaster"/>  <Relationship Id="rId2" Target="slides/slide1.xml" Type="http://schemas.openxmlformats.org/officeDocument/2006/relationships/slide"/>  <Relationship Id="rId3" Target="slides/slide2.xml" Type="http://schemas.openxmlformats.org/officeDocument/2006/relationships/slide"/>  <Relationship Id="rId4" Target="slides/slide3.xml" Type="http://schemas.openxmlformats.org/officeDocument/2006/relationships/slide"/>  <Relationship Id="rId5" Target="slides/slide4.xml" Type="http://schemas.openxmlformats.org/officeDocument/2006/relationships/slide"/>  <Relationship Id="rId6" Target="slides/slide5.xml" Type="http://schemas.openxmlformats.org/officeDocument/2006/relationships/slide"/>  <Relationship Id="rId7" Target="slides/slide6.xml" Type="http://schemas.openxmlformats.org/officeDocument/2006/relationships/slide"/>  <Relationship Id="rId8" Target="slides/slide7.xml" Type="http://schemas.openxmlformats.org/officeDocument/2006/relationships/slide"/>  <Relationship Id="rId9" Target="slides/slide8.xml" Type="http://schemas.openxmlformats.org/officeDocument/2006/relationships/slide"/>  <Relationship Id="rId10" Target="slides/slide9.xml" Type="http://schemas.openxmlformats.org/officeDocument/2006/relationships/slide"/>  <Relationship Id="rId11" Target="slides/slide10.xml" Type="http://schemas.openxmlformats.org/officeDocument/2006/relationships/slide"/>  <Relationship Id="rId12" Target="slides/slide11.xml" Type="http://schemas.openxmlformats.org/officeDocument/2006/relationships/slide"/>  <Relationship Id="rId13" Target="slides/slide12.xml" Type="http://schemas.openxmlformats.org/officeDocument/2006/relationships/slide"/>  <Relationship Id="rId14" Target="slides/slide13.xml" Type="http://schemas.openxmlformats.org/officeDocument/2006/relationships/slide"/>  <Relationship Id="rId15" Target="slides/slide14.xml" Type="http://schemas.openxmlformats.org/officeDocument/2006/relationships/slide"/>  <Relationship Id="rId16" Target="slides/slide15.xml" Type="http://schemas.openxmlformats.org/officeDocument/2006/relationships/slide"/>  <Relationship Id="rId17" Target="slides/slide16.xml" Type="http://schemas.openxmlformats.org/officeDocument/2006/relationships/slide"/>  <Relationship Id="rId18" Target="slides/slide17.xml" Type="http://schemas.openxmlformats.org/officeDocument/2006/relationships/slide"/>  <Relationship Id="rId19" Target="slides/slide18.xml" Type="http://schemas.openxmlformats.org/officeDocument/2006/relationships/slide"/>  <Relationship Id="rId20" Target="slides/slide19.xml" Type="http://schemas.openxmlformats.org/officeDocument/2006/relationships/slide"/>  <Relationship Id="rId21" Target="slides/slide20.xml" Type="http://schemas.openxmlformats.org/officeDocument/2006/relationships/slide"/>  <Relationship Id="rId22" Target="slides/slide21.xml" Type="http://schemas.openxmlformats.org/officeDocument/2006/relationships/slide"/>  <Relationship Id="rId23" Target="slides/slide22.xml" Type="http://schemas.openxmlformats.org/officeDocument/2006/relationships/slide"/>  <Relationship Id="rId24" Target="slides/slide23.xml" Type="http://schemas.openxmlformats.org/officeDocument/2006/relationships/slide"/>  <Relationship Id="rId25" Target="slides/slide24.xml" Type="http://schemas.openxmlformats.org/officeDocument/2006/relationships/slide"/>  <Relationship Id="rId26" Target="slides/slide25.xml" Type="http://schemas.openxmlformats.org/officeDocument/2006/relationships/slide"/>  <Relationship Id="rId27" Target="slides/slide26.xml" Type="http://schemas.openxmlformats.org/officeDocument/2006/relationships/slide"/>  <Relationship Id="rId28" Target="slides/slide27.xml" Type="http://schemas.openxmlformats.org/officeDocument/2006/relationships/slide"/>  <Relationship Id="rId29" Target="slides/slide28.xml" Type="http://schemas.openxmlformats.org/officeDocument/2006/relationships/slide"/>  <Relationship Id="rId30" Target="slides/slide29.xml" Type="http://schemas.openxmlformats.org/officeDocument/2006/relationships/slide"/>  <Relationship Id="rId31" Target="slides/slide30.xml" Type="http://schemas.openxmlformats.org/officeDocument/2006/relationships/slide"/>  <Relationship Id="rId32" Target="slides/slide31.xml" Type="http://schemas.openxmlformats.org/officeDocument/2006/relationships/slide"/>  <Relationship Id="rId33" Target="slides/slide32.xml" Type="http://schemas.openxmlformats.org/officeDocument/2006/relationships/slide"/>  <Relationship Id="rId34" Target="slides/slide33.xml" Type="http://schemas.openxmlformats.org/officeDocument/2006/relationships/slide"/>  <Relationship Id="rId35" Target="slides/slide34.xml" Type="http://schemas.openxmlformats.org/officeDocument/2006/relationships/slide"/>  <Relationship Id="rId36" Target="slides/slide35.xml" Type="http://schemas.openxmlformats.org/officeDocument/2006/relationships/slide"/>  <Relationship Id="rId37" Target="slides/slide36.xml" Type="http://schemas.openxmlformats.org/officeDocument/2006/relationships/slide"/>  <Relationship Id="rId38" Target="slides/slide37.xml" Type="http://schemas.openxmlformats.org/officeDocument/2006/relationships/slide"/>  <Relationship Id="rId39" Target="slides/slide38.xml" Type="http://schemas.openxmlformats.org/officeDocument/2006/relationships/slide"/>  <Relationship Id="rId40" Target="slides/slide39.xml" Type="http://schemas.openxmlformats.org/officeDocument/2006/relationships/slide"/>  <Relationship Id="rId41" Target="slides/slide40.xml" Type="http://schemas.openxmlformats.org/officeDocument/2006/relationships/slide"/>  <Relationship Id="rId42" Target="slides/slide41.xml" Type="http://schemas.openxmlformats.org/officeDocument/2006/relationships/slide"/>  <Relationship Id="rId43" Target="slides/slide42.xml" Type="http://schemas.openxmlformats.org/officeDocument/2006/relationships/slide"/>  <Relationship Id="rId44" Target="slides/slide43.xml" Type="http://schemas.openxmlformats.org/officeDocument/2006/relationships/slide"/>  <Relationship Id="rId45" Target="slides/slide44.xml" Type="http://schemas.openxmlformats.org/officeDocument/2006/relationships/slide"/>  <Relationship Id="rId46" Target="slides/slide45.xml" Type="http://schemas.openxmlformats.org/officeDocument/2006/relationships/slide"/>  <Relationship Id="rId47" Target="slides/slide46.xml" Type="http://schemas.openxmlformats.org/officeDocument/2006/relationships/slide"/>  <Relationship Id="rId48" Target="slides/slide47.xml" Type="http://schemas.openxmlformats.org/officeDocument/2006/relationships/slide"/>  <Relationship Id="rId49" Target="slides/slide48.xml" Type="http://schemas.openxmlformats.org/officeDocument/2006/relationships/slide"/>  <Relationship Id="rId50" Target="slides/slide49.xml" Type="http://schemas.openxmlformats.org/officeDocument/2006/relationships/slide"/>  <Relationship Id="rId51" Target="slides/slide50.xml" Type="http://schemas.openxmlformats.org/officeDocument/2006/relationships/slide"/>  <Relationship Id="rId52" Target="slides/slide51.xml" Type="http://schemas.openxmlformats.org/officeDocument/2006/relationships/slide"/>  <Relationship Id="rId53" Target="slides/slide52.xml" Type="http://schemas.openxmlformats.org/officeDocument/2006/relationships/slide"/>  <Relationship Id="rId54" Target="slides/slide53.xml" Type="http://schemas.openxmlformats.org/officeDocument/2006/relationships/slide"/>  <Relationship Id="rId55" Target="slides/slide54.xml" Type="http://schemas.openxmlformats.org/officeDocument/2006/relationships/slide"/>  <Relationship Id="rId56" Target="slides/slide55.xml" Type="http://schemas.openxmlformats.org/officeDocument/2006/relationships/slide"/>  <Relationship Id="rId57" Type="http://schemas.openxmlformats.org/officeDocument/2006/relationships/presProps" Target="presProps.xml"/>  <Relationship Id="rId58" Type="http://schemas.openxmlformats.org/officeDocument/2006/relationships/viewProps" Target="viewProps.xml"/>  <Relationship Id="rId59" Type="http://schemas.openxmlformats.org/officeDocument/2006/relationships/theme" Target="theme/theme1.xml"/>  <Relationship Id="rId60" Type="http://schemas.openxmlformats.org/officeDocument/2006/relationships/tableStyles" Target="tableStyles.xml"/>  <Relationship Id="rId61" Type="http://schemas.openxmlformats.org/officeDocument/2006/relationships/notesMaster" Target="notesMasters/notesMaster1.xml"/></Relationships>
</file>

<file path=ppt/notesMasters/_rels/notesMaster1.xml.rels><?xml version="1.0" encoding="UTF-8"?>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smtClean="0"/>
              <a:t>6/20/18</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smtClean="0"/>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What is CERN?
CERN stands for the European Organization for Nuclear Research
It is the largest particle-physics laboratory in the world.
CERN's mission: study of fundamental particles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CERN Founded in 1954, located near Geneva, Switzerland
It is a large international collaboration. CERN currently has 24 member states, 10 associate member states and over 100 nationalities. There are 2500 members of staff and more than 12,000 visiting scientists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But what exactly do we do at 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LHC
The Large Hadron Collider is the largest particle accelerator in the world and the largest machine ever built. It is a circular tunnel 100 meteres underground.
The LHC has a circumefernce of 27 km and a diameter of about 8.5 km.
Protons and other particles are accelerated to almost the speed of light
before being collided. These collisions recreate conditions just after the Big Bang and are analyzed in gigantic detectors.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detectors can be thought of as giant cameras that allow us to take pictures of the collisions and reconstruct what happened. During the collision, new particles are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The Higgs Boson discovery
The missing piece the Standard Model of Particle physics
Particle reponsible for giving mass to other particles
Theorized in the 50s, finally observed by CERN in 2012 (Nobel Prize awarded a year later) Probably the biggest achievemnt of CERN to date
![bg](assets/slides/cern/particles.png)
![bg](assets/slides/cern/higgs.jpg)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The Computing Grid
The LHC generates Petabytes of data which need to be processed and analyzed.
To that end, CERN built the Worldwide LHC Computing Grid.
&gt; The world's largest computing grid comprising over 170 computing facilities in a worldwide network across 42 countries
More than 1.4 million cores and 1.5 exabytes of storage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The Birth of the Web
Invented by Tim Berners-Lee at CERN (1989)
It’s a great example of fundamental science leading to unexpected innovation.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Before: Jinja, reactivity handled by jQuery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"early adopters" - back when class components were the (only)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self-contained SPA, great for testing out stuff
The team liked it so we decided to stick with it
Since then, all new features use React if possible
It was not possible rewrite all of Indico to React in one go, the switch is happening gradually
What helped a lot, is being able to mix Jinja and React on the same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Header + sidebar rendered with Jinja, profile itself is written in React
React code also uses Rest endpoints returning 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Jinja is used to render the header and sidebar
It also renders a container element with a predefined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The id is used by React to render inside the container element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Very successful adoption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smtClean="0"/>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
<Relationships xmlns="http://schemas.openxmlformats.org/package/2006/relationships"><Relationship Id="rId1" Target="../media/image1.png" Type="http://schemas.openxmlformats.org/officeDocument/2006/relationships/image"/><Relationship Id="rId2" Target="../slideMasters/slideMaster1.xml" Type="http://schemas.openxmlformats.org/officeDocument/2006/relationships/slideMaster"/></Relationships>
</file>

<file path=ppt/slideLayouts/_rels/slideLayout3.xml.rels><?xml version="1.0" encoding="UTF-8" standalone="yes"?>
<Relationships xmlns="http://schemas.openxmlformats.org/package/2006/relationships"><Relationship Id="rId1" Target="../media/image2.png" Type="http://schemas.openxmlformats.org/officeDocument/2006/relationships/image"/><Relationship Id="rId2" Target="../slideMasters/slideMaster1.xml" Type="http://schemas.openxmlformats.org/officeDocument/2006/relationships/slideMaster"/></Relationships>
</file>

<file path=ppt/slideLayouts/_rels/slideLayout4.xml.rels><?xml version="1.0" encoding="UTF-8" standalone="yes"?>
<Relationships xmlns="http://schemas.openxmlformats.org/package/2006/relationships"><Relationship Id="rId1" Target="../media/image3.png" Type="http://schemas.openxmlformats.org/officeDocument/2006/relationships/image"/><Relationship Id="rId2" Target="../slideMasters/slideMaster1.xml" Type="http://schemas.openxmlformats.org/officeDocument/2006/relationships/slideMaster"/></Relationships>
</file>

<file path=ppt/slideLayouts/_rels/slideLayout5.xml.rels><?xml version="1.0" encoding="UTF-8" standalone="yes"?>
<Relationships xmlns="http://schemas.openxmlformats.org/package/2006/relationships"><Relationship Id="rId1" Target="../media/image4.png" Type="http://schemas.openxmlformats.org/officeDocument/2006/relationships/image"/><Relationship Id="rId2" Target="../slideMasters/slideMaster1.xml" Type="http://schemas.openxmlformats.org/officeDocument/2006/relationships/slideMaster"/></Relationships>
</file>

<file path=ppt/slideLayouts/_rels/slideLayout6.xml.rels><?xml version="1.0" encoding="UTF-8" standalone="yes"?>
<Relationships xmlns="http://schemas.openxmlformats.org/package/2006/relationships"><Relationship Id="rId1" Target="../media/image5.png" Type="http://schemas.openxmlformats.org/officeDocument/2006/relationships/image"/><Relationship Id="rId2" Target="../slideMasters/slideMaster1.xml" Type="http://schemas.openxmlformats.org/officeDocument/2006/relationships/slideMaster"/></Relationships>
</file>

<file path=ppt/slideLayouts/_rels/slideLayout7.xml.rels><?xml version="1.0" encoding="UTF-8" standalone="yes"?>
<Relationships xmlns="http://schemas.openxmlformats.org/package/2006/relationships"><Relationship Id="rId1" Target="../media/image6.png" Type="http://schemas.openxmlformats.org/officeDocument/2006/relationships/image"/><Relationship Id="rId2" Target="../slideMasters/slideMaster1.xml" Type="http://schemas.openxmlformats.org/officeDocument/2006/relationships/slideMaster"/></Relationships>
</file>

<file path=ppt/slideLayouts/_rels/slideLayout8.xml.rels><?xml version="1.0" encoding="UTF-8" standalone="yes"?>
<Relationships xmlns="http://schemas.openxmlformats.org/package/2006/relationships"><Relationship Id="rId1" Target="../media/image7.png" Type="http://schemas.openxmlformats.org/officeDocument/2006/relationships/image"/><Relationship Id="rId2" Target="../slideMasters/slideMaster1.xml" Type="http://schemas.openxmlformats.org/officeDocument/2006/relationships/slideMaster"/></Relationships>
</file>

<file path=ppt/slideLayouts/_rels/slideLayout9.xml.rels><?xml version="1.0" encoding="UTF-8" standalone="yes"?>
<Relationships xmlns="http://schemas.openxmlformats.org/package/2006/relationships"><Relationship Id="rId1" Target="../media/image8.png" Type="http://schemas.openxmlformats.org/officeDocument/2006/relationships/image"/><Relationship Id="rId2" Target="../slideMasters/slideMaster1.xml" Type="http://schemas.openxmlformats.org/officeDocument/2006/relationships/slideMaster"/></Relationships>
</file>

<file path=ppt/slideLayouts/_rels/slideLayout10.xml.rels><?xml version="1.0" encoding="UTF-8" standalone="yes"?>
<Relationships xmlns="http://schemas.openxmlformats.org/package/2006/relationships"><Relationship Id="rId1" Target="../media/image9.png" Type="http://schemas.openxmlformats.org/officeDocument/2006/relationships/image"/><Relationship Id="rId2" Target="../slideMasters/slideMaster1.xml" Type="http://schemas.openxmlformats.org/officeDocument/2006/relationships/slideMaster"/></Relationships>
</file>

<file path=ppt/slideLayouts/_rels/slideLayout11.xml.rels><?xml version="1.0" encoding="UTF-8" standalone="yes"?>
<Relationships xmlns="http://schemas.openxmlformats.org/package/2006/relationships"><Relationship Id="rId1" Target="../media/image10.png" Type="http://schemas.openxmlformats.org/officeDocument/2006/relationships/image"/><Relationship Id="rId2" Target="../slideMasters/slideMaster1.xml" Type="http://schemas.openxmlformats.org/officeDocument/2006/relationships/slideMaster"/></Relationships>
</file>

<file path=ppt/slideLayouts/_rels/slideLayout12.xml.rels><?xml version="1.0" encoding="UTF-8" standalone="yes"?>
<Relationships xmlns="http://schemas.openxmlformats.org/package/2006/relationships"><Relationship Id="rId1" Target="../media/image11.png" Type="http://schemas.openxmlformats.org/officeDocument/2006/relationships/image"/><Relationship Id="rId2" Target="../slideMasters/slideMaster1.xml" Type="http://schemas.openxmlformats.org/officeDocument/2006/relationships/slideMaster"/></Relationships>
</file>

<file path=ppt/slideLayouts/_rels/slideLayout13.xml.rels><?xml version="1.0" encoding="UTF-8" standalone="yes"?>
<Relationships xmlns="http://schemas.openxmlformats.org/package/2006/relationships"><Relationship Id="rId1" Target="../media/image12.png" Type="http://schemas.openxmlformats.org/officeDocument/2006/relationships/image"/><Relationship Id="rId2" Target="../slideMasters/slideMaster1.xml" Type="http://schemas.openxmlformats.org/officeDocument/2006/relationships/slideMaster"/></Relationships>
</file>

<file path=ppt/slideLayouts/_rels/slideLayout14.xml.rels><?xml version="1.0" encoding="UTF-8" standalone="yes"?>
<Relationships xmlns="http://schemas.openxmlformats.org/package/2006/relationships"><Relationship Id="rId1" Target="../media/image13.png" Type="http://schemas.openxmlformats.org/officeDocument/2006/relationships/image"/><Relationship Id="rId2" Target="../slideMasters/slideMaster1.xml" Type="http://schemas.openxmlformats.org/officeDocument/2006/relationships/slideMaster"/></Relationships>
</file>

<file path=ppt/slideLayouts/_rels/slideLayout15.xml.rels><?xml version="1.0" encoding="UTF-8" standalone="yes"?>
<Relationships xmlns="http://schemas.openxmlformats.org/package/2006/relationships"><Relationship Id="rId1" Target="../media/image14.png" Type="http://schemas.openxmlformats.org/officeDocument/2006/relationships/image"/><Relationship Id="rId2" Target="../slideMasters/slideMaster1.xml" Type="http://schemas.openxmlformats.org/officeDocument/2006/relationships/slideMaster"/></Relationships>
</file>

<file path=ppt/slideLayouts/_rels/slideLayout16.xml.rels><?xml version="1.0" encoding="UTF-8" standalone="yes"?>
<Relationships xmlns="http://schemas.openxmlformats.org/package/2006/relationships"><Relationship Id="rId1" Target="../media/image15.png" Type="http://schemas.openxmlformats.org/officeDocument/2006/relationships/image"/><Relationship Id="rId2" Target="../slideMasters/slideMaster1.xml" Type="http://schemas.openxmlformats.org/officeDocument/2006/relationships/slideMaster"/></Relationships>
</file>

<file path=ppt/slideLayouts/_rels/slideLayout17.xml.rels><?xml version="1.0" encoding="UTF-8" standalone="yes"?>
<Relationships xmlns="http://schemas.openxmlformats.org/package/2006/relationships"><Relationship Id="rId1" Target="../media/image16.png" Type="http://schemas.openxmlformats.org/officeDocument/2006/relationships/image"/><Relationship Id="rId2" Target="../slideMasters/slideMaster1.xml" Type="http://schemas.openxmlformats.org/officeDocument/2006/relationships/slideMaster"/></Relationships>
</file>

<file path=ppt/slideLayouts/_rels/slideLayout18.xml.rels><?xml version="1.0" encoding="UTF-8" standalone="yes"?>
<Relationships xmlns="http://schemas.openxmlformats.org/package/2006/relationships"><Relationship Id="rId1" Target="../media/image17.png" Type="http://schemas.openxmlformats.org/officeDocument/2006/relationships/image"/><Relationship Id="rId2" Target="../slideMasters/slideMaster1.xml" Type="http://schemas.openxmlformats.org/officeDocument/2006/relationships/slideMaster"/></Relationships>
</file>

<file path=ppt/slideLayouts/_rels/slideLayout19.xml.rels><?xml version="1.0" encoding="UTF-8" standalone="yes"?>
<Relationships xmlns="http://schemas.openxmlformats.org/package/2006/relationships"><Relationship Id="rId1" Target="../media/image18.png" Type="http://schemas.openxmlformats.org/officeDocument/2006/relationships/image"/><Relationship Id="rId2" Target="../slideMasters/slideMaster1.xml" Type="http://schemas.openxmlformats.org/officeDocument/2006/relationships/slideMaster"/></Relationships>
</file>

<file path=ppt/slideLayouts/_rels/slideLayout20.xml.rels><?xml version="1.0" encoding="UTF-8" standalone="yes"?>
<Relationships xmlns="http://schemas.openxmlformats.org/package/2006/relationships"><Relationship Id="rId1" Target="../media/image19.png" Type="http://schemas.openxmlformats.org/officeDocument/2006/relationships/image"/><Relationship Id="rId2" Target="../slideMasters/slideMaster1.xml" Type="http://schemas.openxmlformats.org/officeDocument/2006/relationships/slideMaster"/></Relationships>
</file>

<file path=ppt/slideLayouts/_rels/slideLayout21.xml.rels><?xml version="1.0" encoding="UTF-8" standalone="yes"?>
<Relationships xmlns="http://schemas.openxmlformats.org/package/2006/relationships"><Relationship Id="rId1" Target="../media/image20.png" Type="http://schemas.openxmlformats.org/officeDocument/2006/relationships/image"/><Relationship Id="rId2" Target="../slideMasters/slideMaster1.xml" Type="http://schemas.openxmlformats.org/officeDocument/2006/relationships/slideMaster"/></Relationships>
</file>

<file path=ppt/slideLayouts/_rels/slideLayout22.xml.rels><?xml version="1.0" encoding="UTF-8" standalone="yes"?>
<Relationships xmlns="http://schemas.openxmlformats.org/package/2006/relationships"><Relationship Id="rId1" Target="../media/image21.png" Type="http://schemas.openxmlformats.org/officeDocument/2006/relationships/image"/><Relationship Id="rId2" Target="../slideMasters/slideMaster1.xml" Type="http://schemas.openxmlformats.org/officeDocument/2006/relationships/slideMaster"/></Relationships>
</file>

<file path=ppt/slideLayouts/_rels/slideLayout23.xml.rels><?xml version="1.0" encoding="UTF-8" standalone="yes"?>
<Relationships xmlns="http://schemas.openxmlformats.org/package/2006/relationships"><Relationship Id="rId1" Target="../media/image22.png" Type="http://schemas.openxmlformats.org/officeDocument/2006/relationships/image"/><Relationship Id="rId2" Target="../slideMasters/slideMaster1.xml" Type="http://schemas.openxmlformats.org/officeDocument/2006/relationships/slideMaster"/></Relationships>
</file>

<file path=ppt/slideLayouts/_rels/slideLayout24.xml.rels><?xml version="1.0" encoding="UTF-8" standalone="yes"?>
<Relationships xmlns="http://schemas.openxmlformats.org/package/2006/relationships"><Relationship Id="rId1" Target="../media/image23.png" Type="http://schemas.openxmlformats.org/officeDocument/2006/relationships/image"/><Relationship Id="rId2" Target="../slideMasters/slideMaster1.xml" Type="http://schemas.openxmlformats.org/officeDocument/2006/relationships/slideMaster"/></Relationships>
</file>

<file path=ppt/slideLayouts/_rels/slideLayout25.xml.rels><?xml version="1.0" encoding="UTF-8" standalone="yes"?>
<Relationships xmlns="http://schemas.openxmlformats.org/package/2006/relationships"><Relationship Id="rId1" Target="../media/image24.png" Type="http://schemas.openxmlformats.org/officeDocument/2006/relationships/image"/><Relationship Id="rId2" Target="../slideMasters/slideMaster1.xml" Type="http://schemas.openxmlformats.org/officeDocument/2006/relationships/slideMaster"/></Relationships>
</file>

<file path=ppt/slideLayouts/_rels/slideLayout26.xml.rels><?xml version="1.0" encoding="UTF-8" standalone="yes"?>
<Relationships xmlns="http://schemas.openxmlformats.org/package/2006/relationships"><Relationship Id="rId1" Target="../media/image25.png" Type="http://schemas.openxmlformats.org/officeDocument/2006/relationships/image"/><Relationship Id="rId2" Target="../slideMasters/slideMaster1.xml" Type="http://schemas.openxmlformats.org/officeDocument/2006/relationships/slideMaster"/></Relationships>
</file>

<file path=ppt/slideLayouts/_rels/slideLayout27.xml.rels><?xml version="1.0" encoding="UTF-8" standalone="yes"?>
<Relationships xmlns="http://schemas.openxmlformats.org/package/2006/relationships"><Relationship Id="rId1" Target="../media/image26.png" Type="http://schemas.openxmlformats.org/officeDocument/2006/relationships/image"/><Relationship Id="rId2" Target="../slideMasters/slideMaster1.xml" Type="http://schemas.openxmlformats.org/officeDocument/2006/relationships/slideMaster"/></Relationships>
</file>

<file path=ppt/slideLayouts/_rels/slideLayout28.xml.rels><?xml version="1.0" encoding="UTF-8" standalone="yes"?>
<Relationships xmlns="http://schemas.openxmlformats.org/package/2006/relationships"><Relationship Id="rId1" Target="../media/image27.png" Type="http://schemas.openxmlformats.org/officeDocument/2006/relationships/image"/><Relationship Id="rId2" Target="../slideMasters/slideMaster1.xml" Type="http://schemas.openxmlformats.org/officeDocument/2006/relationships/slideMaster"/></Relationships>
</file>

<file path=ppt/slideLayouts/_rels/slideLayout29.xml.rels><?xml version="1.0" encoding="UTF-8" standalone="yes"?>
<Relationships xmlns="http://schemas.openxmlformats.org/package/2006/relationships"><Relationship Id="rId1" Target="../media/image28.png" Type="http://schemas.openxmlformats.org/officeDocument/2006/relationships/image"/><Relationship Id="rId2" Target="../slideMasters/slideMaster1.xml" Type="http://schemas.openxmlformats.org/officeDocument/2006/relationships/slideMaster"/></Relationships>
</file>

<file path=ppt/slideLayouts/_rels/slideLayout30.xml.rels><?xml version="1.0" encoding="UTF-8" standalone="yes"?>
<Relationships xmlns="http://schemas.openxmlformats.org/package/2006/relationships"><Relationship Id="rId1" Target="../media/image29.png" Type="http://schemas.openxmlformats.org/officeDocument/2006/relationships/image"/><Relationship Id="rId2" Target="../slideMasters/slideMaster1.xml" Type="http://schemas.openxmlformats.org/officeDocument/2006/relationships/slideMaster"/></Relationships>
</file>

<file path=ppt/slideLayouts/_rels/slideLayout31.xml.rels><?xml version="1.0" encoding="UTF-8" standalone="yes"?>
<Relationships xmlns="http://schemas.openxmlformats.org/package/2006/relationships"><Relationship Id="rId1" Target="../media/image30.png" Type="http://schemas.openxmlformats.org/officeDocument/2006/relationships/image"/><Relationship Id="rId2" Target="../slideMasters/slideMaster1.xml" Type="http://schemas.openxmlformats.org/officeDocument/2006/relationships/slideMaster"/></Relationships>
</file>

<file path=ppt/slideLayouts/_rels/slideLayout32.xml.rels><?xml version="1.0" encoding="UTF-8" standalone="yes"?>
<Relationships xmlns="http://schemas.openxmlformats.org/package/2006/relationships"><Relationship Id="rId1" Target="../media/image31.png" Type="http://schemas.openxmlformats.org/officeDocument/2006/relationships/image"/><Relationship Id="rId2" Target="../slideMasters/slideMaster1.xml" Type="http://schemas.openxmlformats.org/officeDocument/2006/relationships/slideMaster"/></Relationships>
</file>

<file path=ppt/slideLayouts/_rels/slideLayout33.xml.rels><?xml version="1.0" encoding="UTF-8" standalone="yes"?>
<Relationships xmlns="http://schemas.openxmlformats.org/package/2006/relationships"><Relationship Id="rId1" Target="../media/image32.png" Type="http://schemas.openxmlformats.org/officeDocument/2006/relationships/image"/><Relationship Id="rId2" Target="../slideMasters/slideMaster1.xml" Type="http://schemas.openxmlformats.org/officeDocument/2006/relationships/slideMaster"/></Relationships>
</file>

<file path=ppt/slideLayouts/_rels/slideLayout34.xml.rels><?xml version="1.0" encoding="UTF-8" standalone="yes"?>
<Relationships xmlns="http://schemas.openxmlformats.org/package/2006/relationships"><Relationship Id="rId1" Target="../media/image33.png" Type="http://schemas.openxmlformats.org/officeDocument/2006/relationships/image"/><Relationship Id="rId2" Target="../slideMasters/slideMaster1.xml" Type="http://schemas.openxmlformats.org/officeDocument/2006/relationships/slideMaster"/></Relationships>
</file>

<file path=ppt/slideLayouts/_rels/slideLayout35.xml.rels><?xml version="1.0" encoding="UTF-8" standalone="yes"?>
<Relationships xmlns="http://schemas.openxmlformats.org/package/2006/relationships"><Relationship Id="rId1" Target="../media/image34.png" Type="http://schemas.openxmlformats.org/officeDocument/2006/relationships/image"/><Relationship Id="rId2" Target="../slideMasters/slideMaster1.xml" Type="http://schemas.openxmlformats.org/officeDocument/2006/relationships/slideMaster"/></Relationships>
</file>

<file path=ppt/slideLayouts/_rels/slideLayout36.xml.rels><?xml version="1.0" encoding="UTF-8" standalone="yes"?>
<Relationships xmlns="http://schemas.openxmlformats.org/package/2006/relationships"><Relationship Id="rId1" Target="../media/image35.png" Type="http://schemas.openxmlformats.org/officeDocument/2006/relationships/image"/><Relationship Id="rId2" Target="../slideMasters/slideMaster1.xml" Type="http://schemas.openxmlformats.org/officeDocument/2006/relationships/slideMaster"/></Relationships>
</file>

<file path=ppt/slideLayouts/_rels/slideLayout37.xml.rels><?xml version="1.0" encoding="UTF-8" standalone="yes"?>
<Relationships xmlns="http://schemas.openxmlformats.org/package/2006/relationships"><Relationship Id="rId1" Target="../media/image36.png" Type="http://schemas.openxmlformats.org/officeDocument/2006/relationships/image"/><Relationship Id="rId2" Target="../slideMasters/slideMaster1.xml" Type="http://schemas.openxmlformats.org/officeDocument/2006/relationships/slideMaster"/></Relationships>
</file>

<file path=ppt/slideLayouts/_rels/slideLayout38.xml.rels><?xml version="1.0" encoding="UTF-8" standalone="yes"?>
<Relationships xmlns="http://schemas.openxmlformats.org/package/2006/relationships"><Relationship Id="rId1" Target="../media/image37.png" Type="http://schemas.openxmlformats.org/officeDocument/2006/relationships/image"/><Relationship Id="rId2" Target="../slideMasters/slideMaster1.xml" Type="http://schemas.openxmlformats.org/officeDocument/2006/relationships/slideMaster"/></Relationships>
</file>

<file path=ppt/slideLayouts/_rels/slideLayout39.xml.rels><?xml version="1.0" encoding="UTF-8" standalone="yes"?>
<Relationships xmlns="http://schemas.openxmlformats.org/package/2006/relationships"><Relationship Id="rId1" Target="../media/image38.png" Type="http://schemas.openxmlformats.org/officeDocument/2006/relationships/image"/><Relationship Id="rId2" Target="../slideMasters/slideMaster1.xml" Type="http://schemas.openxmlformats.org/officeDocument/2006/relationships/slideMaster"/></Relationships>
</file>

<file path=ppt/slideLayouts/_rels/slideLayout40.xml.rels><?xml version="1.0" encoding="UTF-8" standalone="yes"?>
<Relationships xmlns="http://schemas.openxmlformats.org/package/2006/relationships"><Relationship Id="rId1" Target="../media/image39.png" Type="http://schemas.openxmlformats.org/officeDocument/2006/relationships/image"/><Relationship Id="rId2" Target="../slideMasters/slideMaster1.xml" Type="http://schemas.openxmlformats.org/officeDocument/2006/relationships/slideMaster"/></Relationships>
</file>

<file path=ppt/slideLayouts/_rels/slideLayout41.xml.rels><?xml version="1.0" encoding="UTF-8" standalone="yes"?>
<Relationships xmlns="http://schemas.openxmlformats.org/package/2006/relationships"><Relationship Id="rId1" Target="../media/image40.png" Type="http://schemas.openxmlformats.org/officeDocument/2006/relationships/image"/><Relationship Id="rId2" Target="../slideMasters/slideMaster1.xml" Type="http://schemas.openxmlformats.org/officeDocument/2006/relationships/slideMaster"/></Relationships>
</file>

<file path=ppt/slideLayouts/_rels/slideLayout42.xml.rels><?xml version="1.0" encoding="UTF-8" standalone="yes"?>
<Relationships xmlns="http://schemas.openxmlformats.org/package/2006/relationships"><Relationship Id="rId1" Target="../media/image41.png" Type="http://schemas.openxmlformats.org/officeDocument/2006/relationships/image"/><Relationship Id="rId2" Target="../slideMasters/slideMaster1.xml" Type="http://schemas.openxmlformats.org/officeDocument/2006/relationships/slideMaster"/></Relationships>
</file>

<file path=ppt/slideLayouts/_rels/slideLayout43.xml.rels><?xml version="1.0" encoding="UTF-8" standalone="yes"?>
<Relationships xmlns="http://schemas.openxmlformats.org/package/2006/relationships"><Relationship Id="rId1" Target="../media/image42.png" Type="http://schemas.openxmlformats.org/officeDocument/2006/relationships/image"/><Relationship Id="rId2" Target="../slideMasters/slideMaster1.xml" Type="http://schemas.openxmlformats.org/officeDocument/2006/relationships/slideMaster"/></Relationships>
</file>

<file path=ppt/slideLayouts/_rels/slideLayout44.xml.rels><?xml version="1.0" encoding="UTF-8" standalone="yes"?>
<Relationships xmlns="http://schemas.openxmlformats.org/package/2006/relationships"><Relationship Id="rId1" Target="../media/image43.png" Type="http://schemas.openxmlformats.org/officeDocument/2006/relationships/image"/><Relationship Id="rId2" Target="../slideMasters/slideMaster1.xml" Type="http://schemas.openxmlformats.org/officeDocument/2006/relationships/slideMaster"/></Relationships>
</file>

<file path=ppt/slideLayouts/_rels/slideLayout45.xml.rels><?xml version="1.0" encoding="UTF-8" standalone="yes"?>
<Relationships xmlns="http://schemas.openxmlformats.org/package/2006/relationships"><Relationship Id="rId1" Target="../media/image44.png" Type="http://schemas.openxmlformats.org/officeDocument/2006/relationships/image"/><Relationship Id="rId2" Target="../slideMasters/slideMaster1.xml" Type="http://schemas.openxmlformats.org/officeDocument/2006/relationships/slideMaster"/></Relationships>
</file>

<file path=ppt/slideLayouts/_rels/slideLayout46.xml.rels><?xml version="1.0" encoding="UTF-8" standalone="yes"?>
<Relationships xmlns="http://schemas.openxmlformats.org/package/2006/relationships"><Relationship Id="rId1" Target="../media/image45.png" Type="http://schemas.openxmlformats.org/officeDocument/2006/relationships/image"/><Relationship Id="rId2" Target="../slideMasters/slideMaster1.xml" Type="http://schemas.openxmlformats.org/officeDocument/2006/relationships/slideMaster"/></Relationships>
</file>

<file path=ppt/slideLayouts/_rels/slideLayout47.xml.rels><?xml version="1.0" encoding="UTF-8" standalone="yes"?>
<Relationships xmlns="http://schemas.openxmlformats.org/package/2006/relationships"><Relationship Id="rId1" Target="../media/image46.png" Type="http://schemas.openxmlformats.org/officeDocument/2006/relationships/image"/><Relationship Id="rId2" Target="../slideMasters/slideMaster1.xml" Type="http://schemas.openxmlformats.org/officeDocument/2006/relationships/slideMaster"/></Relationships>
</file>

<file path=ppt/slideLayouts/_rels/slideLayout48.xml.rels><?xml version="1.0" encoding="UTF-8" standalone="yes"?>
<Relationships xmlns="http://schemas.openxmlformats.org/package/2006/relationships"><Relationship Id="rId1" Target="../media/image47.png" Type="http://schemas.openxmlformats.org/officeDocument/2006/relationships/image"/><Relationship Id="rId2" Target="../slideMasters/slideMaster1.xml" Type="http://schemas.openxmlformats.org/officeDocument/2006/relationships/slideMaster"/></Relationships>
</file>

<file path=ppt/slideLayouts/_rels/slideLayout49.xml.rels><?xml version="1.0" encoding="UTF-8" standalone="yes"?>
<Relationships xmlns="http://schemas.openxmlformats.org/package/2006/relationships"><Relationship Id="rId1" Target="../media/image48.png" Type="http://schemas.openxmlformats.org/officeDocument/2006/relationships/image"/><Relationship Id="rId2" Target="../slideMasters/slideMaster1.xml" Type="http://schemas.openxmlformats.org/officeDocument/2006/relationships/slideMaster"/></Relationships>
</file>

<file path=ppt/slideLayouts/_rels/slideLayout50.xml.rels><?xml version="1.0" encoding="UTF-8" standalone="yes"?>
<Relationships xmlns="http://schemas.openxmlformats.org/package/2006/relationships"><Relationship Id="rId1" Target="../media/image49.png" Type="http://schemas.openxmlformats.org/officeDocument/2006/relationships/image"/><Relationship Id="rId2" Target="../slideMasters/slideMaster1.xml" Type="http://schemas.openxmlformats.org/officeDocument/2006/relationships/slideMaster"/></Relationships>
</file>

<file path=ppt/slideLayouts/_rels/slideLayout51.xml.rels><?xml version="1.0" encoding="UTF-8" standalone="yes"?>
<Relationships xmlns="http://schemas.openxmlformats.org/package/2006/relationships"><Relationship Id="rId1" Target="../media/image50.png" Type="http://schemas.openxmlformats.org/officeDocument/2006/relationships/image"/><Relationship Id="rId2" Target="../slideMasters/slideMaster1.xml" Type="http://schemas.openxmlformats.org/officeDocument/2006/relationships/slideMaster"/></Relationships>
</file>

<file path=ppt/slideLayouts/_rels/slideLayout52.xml.rels><?xml version="1.0" encoding="UTF-8" standalone="yes"?>
<Relationships xmlns="http://schemas.openxmlformats.org/package/2006/relationships"><Relationship Id="rId1" Target="../media/image51.png" Type="http://schemas.openxmlformats.org/officeDocument/2006/relationships/image"/><Relationship Id="rId2" Target="../slideMasters/slideMaster1.xml" Type="http://schemas.openxmlformats.org/officeDocument/2006/relationships/slideMaster"/></Relationships>
</file>

<file path=ppt/slideLayouts/_rels/slideLayout53.xml.rels><?xml version="1.0" encoding="UTF-8" standalone="yes"?>
<Relationships xmlns="http://schemas.openxmlformats.org/package/2006/relationships"><Relationship Id="rId1" Target="../media/image52.png" Type="http://schemas.openxmlformats.org/officeDocument/2006/relationships/image"/><Relationship Id="rId2" Target="../slideMasters/slideMaster1.xml" Type="http://schemas.openxmlformats.org/officeDocument/2006/relationships/slideMaster"/></Relationships>
</file>

<file path=ppt/slideLayouts/_rels/slideLayout54.xml.rels><?xml version="1.0" encoding="UTF-8" standalone="yes"?>
<Relationships xmlns="http://schemas.openxmlformats.org/package/2006/relationships"><Relationship Id="rId1" Target="../media/image53.png" Type="http://schemas.openxmlformats.org/officeDocument/2006/relationships/image"/><Relationship Id="rId2" Target="../slideMasters/slideMaster1.xml" Type="http://schemas.openxmlformats.org/officeDocument/2006/relationships/slideMaster"/></Relationships>
</file>

<file path=ppt/slideLayouts/_rels/slideLayout55.xml.rels><?xml version="1.0" encoding="UTF-8" standalone="yes"?>
<Relationships xmlns="http://schemas.openxmlformats.org/package/2006/relationships"><Relationship Id="rId1" Target="../media/image54.png" Type="http://schemas.openxmlformats.org/officeDocument/2006/relationships/image"/><Relationship Id="rId2" Target="../slideMasters/slideMaster1.xml" Type="http://schemas.openxmlformats.org/officeDocument/2006/relationships/slideMaster"/></Relationships>
</file>

<file path=ppt/slideLayouts/_rels/slideLayout56.xml.rels><?xml version="1.0" encoding="UTF-8" standalone="yes"?>
<Relationships xmlns="http://schemas.openxmlformats.org/package/2006/relationships"><Relationship Id="rId1" Target="../media/image55.png" Type="http://schemas.openxmlformats.org/officeDocument/2006/relationships/image"/><Relationship Id="rId2"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g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g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g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Pag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ag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ag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ag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g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Pag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Pag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Pag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Pag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Pag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ag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Pag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Pag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Pag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Pag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ag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Pag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Pag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Pag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Pag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Pag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Pag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Pag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Pag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Pag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Pag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Pag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Pag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Pag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Pag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Pag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Pag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Pag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Pag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Pag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Pag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Pag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Pag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Pag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Pag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Pag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Pag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Pag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Pag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Pag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Pag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Pag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Pag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Pag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Pag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Pag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arget="../slideLayouts/slideLayout1.xml" Type="http://schemas.openxmlformats.org/officeDocument/2006/relationships/slideLayout"/><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slideLayouts/slideLayout12.xml" Type="http://schemas.openxmlformats.org/officeDocument/2006/relationships/slideLayout"/><Relationship Id="rId13" Target="../slideLayouts/slideLayout13.xml" Type="http://schemas.openxmlformats.org/officeDocument/2006/relationships/slideLayout"/><Relationship Id="rId14" Target="../slideLayouts/slideLayout14.xml" Type="http://schemas.openxmlformats.org/officeDocument/2006/relationships/slideLayout"/><Relationship Id="rId15" Target="../slideLayouts/slideLayout15.xml" Type="http://schemas.openxmlformats.org/officeDocument/2006/relationships/slideLayout"/><Relationship Id="rId16" Target="../slideLayouts/slideLayout16.xml" Type="http://schemas.openxmlformats.org/officeDocument/2006/relationships/slideLayout"/><Relationship Id="rId17" Target="../slideLayouts/slideLayout17.xml" Type="http://schemas.openxmlformats.org/officeDocument/2006/relationships/slideLayout"/><Relationship Id="rId18" Target="../slideLayouts/slideLayout18.xml" Type="http://schemas.openxmlformats.org/officeDocument/2006/relationships/slideLayout"/><Relationship Id="rId19" Target="../slideLayouts/slideLayout19.xml" Type="http://schemas.openxmlformats.org/officeDocument/2006/relationships/slideLayout"/><Relationship Id="rId20" Target="../slideLayouts/slideLayout20.xml" Type="http://schemas.openxmlformats.org/officeDocument/2006/relationships/slideLayout"/><Relationship Id="rId21" Target="../slideLayouts/slideLayout21.xml" Type="http://schemas.openxmlformats.org/officeDocument/2006/relationships/slideLayout"/><Relationship Id="rId22" Target="../slideLayouts/slideLayout22.xml" Type="http://schemas.openxmlformats.org/officeDocument/2006/relationships/slideLayout"/><Relationship Id="rId23" Target="../slideLayouts/slideLayout23.xml" Type="http://schemas.openxmlformats.org/officeDocument/2006/relationships/slideLayout"/><Relationship Id="rId24" Target="../slideLayouts/slideLayout24.xml" Type="http://schemas.openxmlformats.org/officeDocument/2006/relationships/slideLayout"/><Relationship Id="rId25" Target="../slideLayouts/slideLayout25.xml" Type="http://schemas.openxmlformats.org/officeDocument/2006/relationships/slideLayout"/><Relationship Id="rId26" Target="../slideLayouts/slideLayout26.xml" Type="http://schemas.openxmlformats.org/officeDocument/2006/relationships/slideLayout"/><Relationship Id="rId27" Target="../slideLayouts/slideLayout27.xml" Type="http://schemas.openxmlformats.org/officeDocument/2006/relationships/slideLayout"/><Relationship Id="rId28" Target="../slideLayouts/slideLayout28.xml" Type="http://schemas.openxmlformats.org/officeDocument/2006/relationships/slideLayout"/><Relationship Id="rId29" Target="../slideLayouts/slideLayout29.xml" Type="http://schemas.openxmlformats.org/officeDocument/2006/relationships/slideLayout"/><Relationship Id="rId30" Target="../slideLayouts/slideLayout30.xml" Type="http://schemas.openxmlformats.org/officeDocument/2006/relationships/slideLayout"/><Relationship Id="rId31" Target="../slideLayouts/slideLayout31.xml" Type="http://schemas.openxmlformats.org/officeDocument/2006/relationships/slideLayout"/><Relationship Id="rId32" Target="../slideLayouts/slideLayout32.xml" Type="http://schemas.openxmlformats.org/officeDocument/2006/relationships/slideLayout"/><Relationship Id="rId33" Target="../slideLayouts/slideLayout33.xml" Type="http://schemas.openxmlformats.org/officeDocument/2006/relationships/slideLayout"/><Relationship Id="rId34" Target="../slideLayouts/slideLayout34.xml" Type="http://schemas.openxmlformats.org/officeDocument/2006/relationships/slideLayout"/><Relationship Id="rId35" Target="../slideLayouts/slideLayout35.xml" Type="http://schemas.openxmlformats.org/officeDocument/2006/relationships/slideLayout"/><Relationship Id="rId36" Target="../slideLayouts/slideLayout36.xml" Type="http://schemas.openxmlformats.org/officeDocument/2006/relationships/slideLayout"/><Relationship Id="rId37" Target="../slideLayouts/slideLayout37.xml" Type="http://schemas.openxmlformats.org/officeDocument/2006/relationships/slideLayout"/><Relationship Id="rId38" Target="../slideLayouts/slideLayout38.xml" Type="http://schemas.openxmlformats.org/officeDocument/2006/relationships/slideLayout"/><Relationship Id="rId39" Target="../slideLayouts/slideLayout39.xml" Type="http://schemas.openxmlformats.org/officeDocument/2006/relationships/slideLayout"/><Relationship Id="rId40" Target="../slideLayouts/slideLayout40.xml" Type="http://schemas.openxmlformats.org/officeDocument/2006/relationships/slideLayout"/><Relationship Id="rId41" Target="../slideLayouts/slideLayout41.xml" Type="http://schemas.openxmlformats.org/officeDocument/2006/relationships/slideLayout"/><Relationship Id="rId42" Target="../slideLayouts/slideLayout42.xml" Type="http://schemas.openxmlformats.org/officeDocument/2006/relationships/slideLayout"/><Relationship Id="rId43" Target="../slideLayouts/slideLayout43.xml" Type="http://schemas.openxmlformats.org/officeDocument/2006/relationships/slideLayout"/><Relationship Id="rId44" Target="../slideLayouts/slideLayout44.xml" Type="http://schemas.openxmlformats.org/officeDocument/2006/relationships/slideLayout"/><Relationship Id="rId45" Target="../slideLayouts/slideLayout45.xml" Type="http://schemas.openxmlformats.org/officeDocument/2006/relationships/slideLayout"/><Relationship Id="rId46" Target="../slideLayouts/slideLayout46.xml" Type="http://schemas.openxmlformats.org/officeDocument/2006/relationships/slideLayout"/><Relationship Id="rId47" Target="../slideLayouts/slideLayout47.xml" Type="http://schemas.openxmlformats.org/officeDocument/2006/relationships/slideLayout"/><Relationship Id="rId48" Target="../slideLayouts/slideLayout48.xml" Type="http://schemas.openxmlformats.org/officeDocument/2006/relationships/slideLayout"/><Relationship Id="rId49" Target="../slideLayouts/slideLayout49.xml" Type="http://schemas.openxmlformats.org/officeDocument/2006/relationships/slideLayout"/><Relationship Id="rId50" Target="../slideLayouts/slideLayout50.xml" Type="http://schemas.openxmlformats.org/officeDocument/2006/relationships/slideLayout"/><Relationship Id="rId51" Target="../slideLayouts/slideLayout51.xml" Type="http://schemas.openxmlformats.org/officeDocument/2006/relationships/slideLayout"/><Relationship Id="rId52" Target="../slideLayouts/slideLayout52.xml" Type="http://schemas.openxmlformats.org/officeDocument/2006/relationships/slideLayout"/><Relationship Id="rId53" Target="../slideLayouts/slideLayout53.xml" Type="http://schemas.openxmlformats.org/officeDocument/2006/relationships/slideLayout"/><Relationship Id="rId54" Target="../slideLayouts/slideLayout54.xml" Type="http://schemas.openxmlformats.org/officeDocument/2006/relationships/slideLayout"/><Relationship Id="rId55" Target="../slideLayouts/slideLayout55.xml" Type="http://schemas.openxmlformats.org/officeDocument/2006/relationships/slideLayout"/><Relationship Id="rId56" Target="../slideLayouts/slideLayout56.xml" Type="http://schemas.openxmlformats.org/officeDocument/2006/relationships/slideLayout"/><Relationship Id="rId57" Target="../theme/theme1.xml" Type="http://schemas.openxmlformats.org/officeDocument/2006/relationships/theme"/></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arget="../slideLayouts/slideLayout2.xml" Type="http://schemas.openxmlformats.org/officeDocument/2006/relationships/slideLayout"/><Relationship Id="rId2" Target="../notesSlides/notesSlide1.xml" Type="http://schemas.openxmlformats.org/officeDocument/2006/relationships/notesSlide"/></Relationships>
</file>

<file path=ppt/slides/_rels/slide2.xml.rels><?xml version="1.0" encoding="UTF-8" standalone="yes"?>
<Relationships xmlns="http://schemas.openxmlformats.org/package/2006/relationships"><Relationship Id="rId1" Target="../slideLayouts/slideLayout3.xml" Type="http://schemas.openxmlformats.org/officeDocument/2006/relationships/slideLayout"/><Relationship Id="rId2" Target="../notesSlides/notesSlide2.xml" Type="http://schemas.openxmlformats.org/officeDocument/2006/relationships/notesSlide"/></Relationships>
</file>

<file path=ppt/slides/_rels/slide3.xml.rels><?xml version="1.0" encoding="UTF-8" standalone="yes"?>
<Relationships xmlns="http://schemas.openxmlformats.org/package/2006/relationships"><Relationship Id="rId1" Target="../slideLayouts/slideLayout4.xml" Type="http://schemas.openxmlformats.org/officeDocument/2006/relationships/slideLayout"/><Relationship Id="rId2" Target="../notesSlides/notesSlide3.xml" Type="http://schemas.openxmlformats.org/officeDocument/2006/relationships/notesSlide"/></Relationships>
</file>

<file path=ppt/slides/_rels/slide4.xml.rels><?xml version="1.0" encoding="UTF-8" standalone="yes"?>
<Relationships xmlns="http://schemas.openxmlformats.org/package/2006/relationships"><Relationship Id="rId1" Target="../slideLayouts/slideLayout5.xml" Type="http://schemas.openxmlformats.org/officeDocument/2006/relationships/slideLayout"/><Relationship Id="rId2" Target="../notesSlides/notesSlide4.xml" Type="http://schemas.openxmlformats.org/officeDocument/2006/relationships/notesSlide"/></Relationships>
</file>

<file path=ppt/slides/_rels/slide5.xml.rels><?xml version="1.0" encoding="UTF-8" standalone="yes"?>
<Relationships xmlns="http://schemas.openxmlformats.org/package/2006/relationships"><Relationship Id="rId1" Target="../slideLayouts/slideLayout6.xml" Type="http://schemas.openxmlformats.org/officeDocument/2006/relationships/slideLayout"/><Relationship Id="rId2" Target="../notesSlides/notesSlide5.xml" Type="http://schemas.openxmlformats.org/officeDocument/2006/relationships/notesSlide"/></Relationships>
</file>

<file path=ppt/slides/_rels/slide6.xml.rels><?xml version="1.0" encoding="UTF-8" standalone="yes"?>
<Relationships xmlns="http://schemas.openxmlformats.org/package/2006/relationships"><Relationship Id="rId1" Target="../slideLayouts/slideLayout7.xml" Type="http://schemas.openxmlformats.org/officeDocument/2006/relationships/slideLayout"/><Relationship Id="rId2" Target="../notesSlides/notesSlide6.xml" Type="http://schemas.openxmlformats.org/officeDocument/2006/relationships/notesSlide"/></Relationships>
</file>

<file path=ppt/slides/_rels/slide7.xml.rels><?xml version="1.0" encoding="UTF-8" standalone="yes"?>
<Relationships xmlns="http://schemas.openxmlformats.org/package/2006/relationships"><Relationship Id="rId1" Target="../slideLayouts/slideLayout8.xml" Type="http://schemas.openxmlformats.org/officeDocument/2006/relationships/slideLayout"/><Relationship Id="rId2" Target="../notesSlides/notesSlide7.xml" Type="http://schemas.openxmlformats.org/officeDocument/2006/relationships/notesSlide"/></Relationships>
</file>

<file path=ppt/slides/_rels/slide8.xml.rels><?xml version="1.0" encoding="UTF-8" standalone="yes"?>
<Relationships xmlns="http://schemas.openxmlformats.org/package/2006/relationships"><Relationship Id="rId1" Target="../slideLayouts/slideLayout9.xml" Type="http://schemas.openxmlformats.org/officeDocument/2006/relationships/slideLayout"/><Relationship Id="rId2" Target="../notesSlides/notesSlide8.xml" Type="http://schemas.openxmlformats.org/officeDocument/2006/relationships/notesSlide"/></Relationships>
</file>

<file path=ppt/slides/_rels/slide9.xml.rels><?xml version="1.0" encoding="UTF-8" standalone="yes"?>
<Relationships xmlns="http://schemas.openxmlformats.org/package/2006/relationships"><Relationship Id="rId1" Target="../slideLayouts/slideLayout10.xml" Type="http://schemas.openxmlformats.org/officeDocument/2006/relationships/slideLayout"/><Relationship Id="rId2" Target="../notesSlides/notesSlide9.xml" Type="http://schemas.openxmlformats.org/officeDocument/2006/relationships/notesSlide"/></Relationships>
</file>

<file path=ppt/slides/_rels/slide10.xml.rels><?xml version="1.0" encoding="UTF-8" standalone="yes"?>
<Relationships xmlns="http://schemas.openxmlformats.org/package/2006/relationships"><Relationship Id="rId1" Target="../slideLayouts/slideLayout11.xml" Type="http://schemas.openxmlformats.org/officeDocument/2006/relationships/slideLayout"/><Relationship Id="rId2" Target="../notesSlides/notesSlide10.xml" Type="http://schemas.openxmlformats.org/officeDocument/2006/relationships/notesSlide"/></Relationships>
</file>

<file path=ppt/slides/_rels/slide11.xml.rels><?xml version="1.0" encoding="UTF-8" standalone="yes"?>
<Relationships xmlns="http://schemas.openxmlformats.org/package/2006/relationships"><Relationship Id="rId1" Target="../slideLayouts/slideLayout12.xml" Type="http://schemas.openxmlformats.org/officeDocument/2006/relationships/slideLayout"/><Relationship Id="rId2" Target="../notesSlides/notesSlide11.xml" Type="http://schemas.openxmlformats.org/officeDocument/2006/relationships/notesSlide"/></Relationships>
</file>

<file path=ppt/slides/_rels/slide12.xml.rels><?xml version="1.0" encoding="UTF-8" standalone="yes"?>
<Relationships xmlns="http://schemas.openxmlformats.org/package/2006/relationships"><Relationship Id="rId1" Target="../slideLayouts/slideLayout13.xml" Type="http://schemas.openxmlformats.org/officeDocument/2006/relationships/slideLayout"/><Relationship Id="rId2" Target="../notesSlides/notesSlide12.xml" Type="http://schemas.openxmlformats.org/officeDocument/2006/relationships/notesSlide"/></Relationships>
</file>

<file path=ppt/slides/_rels/slide13.xml.rels><?xml version="1.0" encoding="UTF-8" standalone="yes"?>
<Relationships xmlns="http://schemas.openxmlformats.org/package/2006/relationships"><Relationship Id="rId1" Target="../slideLayouts/slideLayout14.xml" Type="http://schemas.openxmlformats.org/officeDocument/2006/relationships/slideLayout"/><Relationship Id="rId2" Target="../notesSlides/notesSlide13.xml" Type="http://schemas.openxmlformats.org/officeDocument/2006/relationships/notesSlide"/></Relationships>
</file>

<file path=ppt/slides/_rels/slide14.xml.rels><?xml version="1.0" encoding="UTF-8" standalone="yes"?>
<Relationships xmlns="http://schemas.openxmlformats.org/package/2006/relationships"><Relationship Id="rId1" Target="../slideLayouts/slideLayout15.xml" Type="http://schemas.openxmlformats.org/officeDocument/2006/relationships/slideLayout"/><Relationship Id="rId2" Target="../notesSlides/notesSlide14.xml" Type="http://schemas.openxmlformats.org/officeDocument/2006/relationships/notesSlide"/></Relationships>
</file>

<file path=ppt/slides/_rels/slide15.xml.rels><?xml version="1.0" encoding="UTF-8" standalone="yes"?>
<Relationships xmlns="http://schemas.openxmlformats.org/package/2006/relationships"><Relationship Id="rId1" Target="../slideLayouts/slideLayout16.xml" Type="http://schemas.openxmlformats.org/officeDocument/2006/relationships/slideLayout"/><Relationship Id="rId2" Target="../notesSlides/notesSlide15.xml" Type="http://schemas.openxmlformats.org/officeDocument/2006/relationships/notesSlide"/></Relationships>
</file>

<file path=ppt/slides/_rels/slide16.xml.rels><?xml version="1.0" encoding="UTF-8" standalone="yes"?>
<Relationships xmlns="http://schemas.openxmlformats.org/package/2006/relationships"><Relationship Id="rId1" Target="../slideLayouts/slideLayout17.xml" Type="http://schemas.openxmlformats.org/officeDocument/2006/relationships/slideLayout"/><Relationship Id="rId2" Target="../notesSlides/notesSlide16.xml" Type="http://schemas.openxmlformats.org/officeDocument/2006/relationships/notesSlide"/></Relationships>
</file>

<file path=ppt/slides/_rels/slide17.xml.rels><?xml version="1.0" encoding="UTF-8" standalone="yes"?>
<Relationships xmlns="http://schemas.openxmlformats.org/package/2006/relationships"><Relationship Id="rId1" Target="../slideLayouts/slideLayout18.xml" Type="http://schemas.openxmlformats.org/officeDocument/2006/relationships/slideLayout"/><Relationship Id="rId2" Target="../notesSlides/notesSlide17.xml" Type="http://schemas.openxmlformats.org/officeDocument/2006/relationships/notesSlide"/></Relationships>
</file>

<file path=ppt/slides/_rels/slide18.xml.rels><?xml version="1.0" encoding="UTF-8" standalone="yes"?>
<Relationships xmlns="http://schemas.openxmlformats.org/package/2006/relationships"><Relationship Id="rId1" Target="../slideLayouts/slideLayout19.xml" Type="http://schemas.openxmlformats.org/officeDocument/2006/relationships/slideLayout"/><Relationship Id="rId2" Target="../notesSlides/notesSlide18.xml" Type="http://schemas.openxmlformats.org/officeDocument/2006/relationships/notesSlide"/></Relationships>
</file>

<file path=ppt/slides/_rels/slide19.xml.rels><?xml version="1.0" encoding="UTF-8" standalone="yes"?>
<Relationships xmlns="http://schemas.openxmlformats.org/package/2006/relationships"><Relationship Id="rId1" Target="../slideLayouts/slideLayout20.xml" Type="http://schemas.openxmlformats.org/officeDocument/2006/relationships/slideLayout"/><Relationship Id="rId2" Target="../notesSlides/notesSlide19.xml" Type="http://schemas.openxmlformats.org/officeDocument/2006/relationships/notesSlide"/></Relationships>
</file>

<file path=ppt/slides/_rels/slide20.xml.rels><?xml version="1.0" encoding="UTF-8" standalone="yes"?>
<Relationships xmlns="http://schemas.openxmlformats.org/package/2006/relationships"><Relationship Id="rId1" Target="../slideLayouts/slideLayout21.xml" Type="http://schemas.openxmlformats.org/officeDocument/2006/relationships/slideLayout"/><Relationship Id="rId2" Target="../notesSlides/notesSlide20.xml" Type="http://schemas.openxmlformats.org/officeDocument/2006/relationships/notesSlide"/></Relationships>
</file>

<file path=ppt/slides/_rels/slide21.xml.rels><?xml version="1.0" encoding="UTF-8" standalone="yes"?>
<Relationships xmlns="http://schemas.openxmlformats.org/package/2006/relationships"><Relationship Id="rId1" Target="../slideLayouts/slideLayout22.xml" Type="http://schemas.openxmlformats.org/officeDocument/2006/relationships/slideLayout"/><Relationship Id="rId2" Target="../notesSlides/notesSlide21.xml" Type="http://schemas.openxmlformats.org/officeDocument/2006/relationships/notesSlide"/></Relationships>
</file>

<file path=ppt/slides/_rels/slide22.xml.rels><?xml version="1.0" encoding="UTF-8" standalone="yes"?>
<Relationships xmlns="http://schemas.openxmlformats.org/package/2006/relationships"><Relationship Id="rId1" Target="../slideLayouts/slideLayout23.xml" Type="http://schemas.openxmlformats.org/officeDocument/2006/relationships/slideLayout"/><Relationship Id="rId2" Target="../notesSlides/notesSlide22.xml" Type="http://schemas.openxmlformats.org/officeDocument/2006/relationships/notesSlide"/></Relationships>
</file>

<file path=ppt/slides/_rels/slide23.xml.rels><?xml version="1.0" encoding="UTF-8" standalone="yes"?>
<Relationships xmlns="http://schemas.openxmlformats.org/package/2006/relationships"><Relationship Id="rId1" Target="../slideLayouts/slideLayout24.xml" Type="http://schemas.openxmlformats.org/officeDocument/2006/relationships/slideLayout"/><Relationship Id="rId2" Target="../notesSlides/notesSlide23.xml" Type="http://schemas.openxmlformats.org/officeDocument/2006/relationships/notesSlide"/></Relationships>
</file>

<file path=ppt/slides/_rels/slide24.xml.rels><?xml version="1.0" encoding="UTF-8" standalone="yes"?>
<Relationships xmlns="http://schemas.openxmlformats.org/package/2006/relationships"><Relationship Id="rId1" Target="../slideLayouts/slideLayout25.xml" Type="http://schemas.openxmlformats.org/officeDocument/2006/relationships/slideLayout"/><Relationship Id="rId2" Target="../notesSlides/notesSlide24.xml" Type="http://schemas.openxmlformats.org/officeDocument/2006/relationships/notesSlide"/></Relationships>
</file>

<file path=ppt/slides/_rels/slide25.xml.rels><?xml version="1.0" encoding="UTF-8" standalone="yes"?>
<Relationships xmlns="http://schemas.openxmlformats.org/package/2006/relationships"><Relationship Id="rId1" Target="../slideLayouts/slideLayout26.xml" Type="http://schemas.openxmlformats.org/officeDocument/2006/relationships/slideLayout"/><Relationship Id="rId2" Target="../notesSlides/notesSlide25.xml" Type="http://schemas.openxmlformats.org/officeDocument/2006/relationships/notesSlide"/></Relationships>
</file>

<file path=ppt/slides/_rels/slide26.xml.rels><?xml version="1.0" encoding="UTF-8" standalone="yes"?>
<Relationships xmlns="http://schemas.openxmlformats.org/package/2006/relationships"><Relationship Id="rId1" Target="../slideLayouts/slideLayout27.xml" Type="http://schemas.openxmlformats.org/officeDocument/2006/relationships/slideLayout"/><Relationship Id="rId2" Target="../notesSlides/notesSlide26.xml" Type="http://schemas.openxmlformats.org/officeDocument/2006/relationships/notesSlide"/></Relationships>
</file>

<file path=ppt/slides/_rels/slide27.xml.rels><?xml version="1.0" encoding="UTF-8" standalone="yes"?>
<Relationships xmlns="http://schemas.openxmlformats.org/package/2006/relationships"><Relationship Id="rId1" Target="../slideLayouts/slideLayout28.xml" Type="http://schemas.openxmlformats.org/officeDocument/2006/relationships/slideLayout"/><Relationship Id="rId2" Target="../notesSlides/notesSlide27.xml" Type="http://schemas.openxmlformats.org/officeDocument/2006/relationships/notesSlide"/></Relationships>
</file>

<file path=ppt/slides/_rels/slide28.xml.rels><?xml version="1.0" encoding="UTF-8" standalone="yes"?>
<Relationships xmlns="http://schemas.openxmlformats.org/package/2006/relationships"><Relationship Id="rId1" Target="../slideLayouts/slideLayout29.xml" Type="http://schemas.openxmlformats.org/officeDocument/2006/relationships/slideLayout"/><Relationship Id="rId2" Target="../notesSlides/notesSlide28.xml" Type="http://schemas.openxmlformats.org/officeDocument/2006/relationships/notesSlide"/></Relationships>
</file>

<file path=ppt/slides/_rels/slide29.xml.rels><?xml version="1.0" encoding="UTF-8" standalone="yes"?>
<Relationships xmlns="http://schemas.openxmlformats.org/package/2006/relationships"><Relationship Id="rId1" Target="../slideLayouts/slideLayout30.xml" Type="http://schemas.openxmlformats.org/officeDocument/2006/relationships/slideLayout"/><Relationship Id="rId2" Target="../notesSlides/notesSlide29.xml" Type="http://schemas.openxmlformats.org/officeDocument/2006/relationships/notesSlide"/></Relationships>
</file>

<file path=ppt/slides/_rels/slide30.xml.rels><?xml version="1.0" encoding="UTF-8" standalone="yes"?>
<Relationships xmlns="http://schemas.openxmlformats.org/package/2006/relationships"><Relationship Id="rId1" Target="../slideLayouts/slideLayout31.xml" Type="http://schemas.openxmlformats.org/officeDocument/2006/relationships/slideLayout"/><Relationship Id="rId2" Target="../notesSlides/notesSlide30.xml" Type="http://schemas.openxmlformats.org/officeDocument/2006/relationships/notesSlide"/></Relationships>
</file>

<file path=ppt/slides/_rels/slide31.xml.rels><?xml version="1.0" encoding="UTF-8" standalone="yes"?>
<Relationships xmlns="http://schemas.openxmlformats.org/package/2006/relationships"><Relationship Id="rId1" Target="../slideLayouts/slideLayout32.xml" Type="http://schemas.openxmlformats.org/officeDocument/2006/relationships/slideLayout"/><Relationship Id="rId2" Target="../notesSlides/notesSlide31.xml" Type="http://schemas.openxmlformats.org/officeDocument/2006/relationships/notesSlide"/></Relationships>
</file>

<file path=ppt/slides/_rels/slide32.xml.rels><?xml version="1.0" encoding="UTF-8" standalone="yes"?>
<Relationships xmlns="http://schemas.openxmlformats.org/package/2006/relationships"><Relationship Id="rId1" Target="../slideLayouts/slideLayout33.xml" Type="http://schemas.openxmlformats.org/officeDocument/2006/relationships/slideLayout"/><Relationship Id="rId2" Target="../notesSlides/notesSlide32.xml" Type="http://schemas.openxmlformats.org/officeDocument/2006/relationships/notesSlide"/></Relationships>
</file>

<file path=ppt/slides/_rels/slide33.xml.rels><?xml version="1.0" encoding="UTF-8" standalone="yes"?>
<Relationships xmlns="http://schemas.openxmlformats.org/package/2006/relationships"><Relationship Id="rId1" Target="../slideLayouts/slideLayout34.xml" Type="http://schemas.openxmlformats.org/officeDocument/2006/relationships/slideLayout"/><Relationship Id="rId2" Target="../notesSlides/notesSlide33.xml" Type="http://schemas.openxmlformats.org/officeDocument/2006/relationships/notesSlide"/></Relationships>
</file>

<file path=ppt/slides/_rels/slide34.xml.rels><?xml version="1.0" encoding="UTF-8" standalone="yes"?>
<Relationships xmlns="http://schemas.openxmlformats.org/package/2006/relationships"><Relationship Id="rId1" Target="../slideLayouts/slideLayout35.xml" Type="http://schemas.openxmlformats.org/officeDocument/2006/relationships/slideLayout"/><Relationship Id="rId2" Target="../notesSlides/notesSlide34.xml" Type="http://schemas.openxmlformats.org/officeDocument/2006/relationships/notesSlide"/></Relationships>
</file>

<file path=ppt/slides/_rels/slide35.xml.rels><?xml version="1.0" encoding="UTF-8" standalone="yes"?>
<Relationships xmlns="http://schemas.openxmlformats.org/package/2006/relationships"><Relationship Id="rId1" Target="../slideLayouts/slideLayout36.xml" Type="http://schemas.openxmlformats.org/officeDocument/2006/relationships/slideLayout"/><Relationship Id="rId2" Target="../notesSlides/notesSlide35.xml" Type="http://schemas.openxmlformats.org/officeDocument/2006/relationships/notesSlide"/></Relationships>
</file>

<file path=ppt/slides/_rels/slide36.xml.rels><?xml version="1.0" encoding="UTF-8" standalone="yes"?>
<Relationships xmlns="http://schemas.openxmlformats.org/package/2006/relationships"><Relationship Id="rId1" Target="../slideLayouts/slideLayout37.xml" Type="http://schemas.openxmlformats.org/officeDocument/2006/relationships/slideLayout"/><Relationship Id="rId2" Target="../notesSlides/notesSlide36.xml" Type="http://schemas.openxmlformats.org/officeDocument/2006/relationships/notesSlide"/></Relationships>
</file>

<file path=ppt/slides/_rels/slide37.xml.rels><?xml version="1.0" encoding="UTF-8" standalone="yes"?>
<Relationships xmlns="http://schemas.openxmlformats.org/package/2006/relationships"><Relationship Id="rId1" Target="../slideLayouts/slideLayout38.xml" Type="http://schemas.openxmlformats.org/officeDocument/2006/relationships/slideLayout"/><Relationship Id="rId2" Target="../notesSlides/notesSlide37.xml" Type="http://schemas.openxmlformats.org/officeDocument/2006/relationships/notesSlide"/></Relationships>
</file>

<file path=ppt/slides/_rels/slide38.xml.rels><?xml version="1.0" encoding="UTF-8" standalone="yes"?>
<Relationships xmlns="http://schemas.openxmlformats.org/package/2006/relationships"><Relationship Id="rId1" Target="../slideLayouts/slideLayout39.xml" Type="http://schemas.openxmlformats.org/officeDocument/2006/relationships/slideLayout"/><Relationship Id="rId2" Target="../notesSlides/notesSlide38.xml" Type="http://schemas.openxmlformats.org/officeDocument/2006/relationships/notesSlide"/></Relationships>
</file>

<file path=ppt/slides/_rels/slide39.xml.rels><?xml version="1.0" encoding="UTF-8" standalone="yes"?>
<Relationships xmlns="http://schemas.openxmlformats.org/package/2006/relationships"><Relationship Id="rId1" Target="../slideLayouts/slideLayout40.xml" Type="http://schemas.openxmlformats.org/officeDocument/2006/relationships/slideLayout"/><Relationship Id="rId2" Target="../notesSlides/notesSlide39.xml" Type="http://schemas.openxmlformats.org/officeDocument/2006/relationships/notesSlide"/></Relationships>
</file>

<file path=ppt/slides/_rels/slide40.xml.rels><?xml version="1.0" encoding="UTF-8" standalone="yes"?>
<Relationships xmlns="http://schemas.openxmlformats.org/package/2006/relationships"><Relationship Id="rId1" Target="../slideLayouts/slideLayout41.xml" Type="http://schemas.openxmlformats.org/officeDocument/2006/relationships/slideLayout"/><Relationship Id="rId2" Target="../notesSlides/notesSlide40.xml" Type="http://schemas.openxmlformats.org/officeDocument/2006/relationships/notesSlide"/></Relationships>
</file>

<file path=ppt/slides/_rels/slide41.xml.rels><?xml version="1.0" encoding="UTF-8" standalone="yes"?>
<Relationships xmlns="http://schemas.openxmlformats.org/package/2006/relationships"><Relationship Id="rId1" Target="../slideLayouts/slideLayout42.xml" Type="http://schemas.openxmlformats.org/officeDocument/2006/relationships/slideLayout"/><Relationship Id="rId2" Target="../notesSlides/notesSlide41.xml" Type="http://schemas.openxmlformats.org/officeDocument/2006/relationships/notesSlide"/></Relationships>
</file>

<file path=ppt/slides/_rels/slide42.xml.rels><?xml version="1.0" encoding="UTF-8" standalone="yes"?>
<Relationships xmlns="http://schemas.openxmlformats.org/package/2006/relationships"><Relationship Id="rId1" Target="../slideLayouts/slideLayout43.xml" Type="http://schemas.openxmlformats.org/officeDocument/2006/relationships/slideLayout"/><Relationship Id="rId2" Target="../notesSlides/notesSlide42.xml" Type="http://schemas.openxmlformats.org/officeDocument/2006/relationships/notesSlide"/></Relationships>
</file>

<file path=ppt/slides/_rels/slide43.xml.rels><?xml version="1.0" encoding="UTF-8" standalone="yes"?>
<Relationships xmlns="http://schemas.openxmlformats.org/package/2006/relationships"><Relationship Id="rId1" Target="../slideLayouts/slideLayout44.xml" Type="http://schemas.openxmlformats.org/officeDocument/2006/relationships/slideLayout"/><Relationship Id="rId2" Target="../notesSlides/notesSlide43.xml" Type="http://schemas.openxmlformats.org/officeDocument/2006/relationships/notesSlide"/></Relationships>
</file>

<file path=ppt/slides/_rels/slide44.xml.rels><?xml version="1.0" encoding="UTF-8" standalone="yes"?>
<Relationships xmlns="http://schemas.openxmlformats.org/package/2006/relationships"><Relationship Id="rId1" Target="../slideLayouts/slideLayout45.xml" Type="http://schemas.openxmlformats.org/officeDocument/2006/relationships/slideLayout"/><Relationship Id="rId2" Target="../notesSlides/notesSlide44.xml" Type="http://schemas.openxmlformats.org/officeDocument/2006/relationships/notesSlide"/></Relationships>
</file>

<file path=ppt/slides/_rels/slide45.xml.rels><?xml version="1.0" encoding="UTF-8" standalone="yes"?>
<Relationships xmlns="http://schemas.openxmlformats.org/package/2006/relationships"><Relationship Id="rId1" Target="../slideLayouts/slideLayout46.xml" Type="http://schemas.openxmlformats.org/officeDocument/2006/relationships/slideLayout"/><Relationship Id="rId2" Target="../notesSlides/notesSlide45.xml" Type="http://schemas.openxmlformats.org/officeDocument/2006/relationships/notesSlide"/></Relationships>
</file>

<file path=ppt/slides/_rels/slide46.xml.rels><?xml version="1.0" encoding="UTF-8" standalone="yes"?>
<Relationships xmlns="http://schemas.openxmlformats.org/package/2006/relationships"><Relationship Id="rId1" Target="../slideLayouts/slideLayout47.xml" Type="http://schemas.openxmlformats.org/officeDocument/2006/relationships/slideLayout"/><Relationship Id="rId2" Target="../notesSlides/notesSlide46.xml" Type="http://schemas.openxmlformats.org/officeDocument/2006/relationships/notesSlide"/></Relationships>
</file>

<file path=ppt/slides/_rels/slide47.xml.rels><?xml version="1.0" encoding="UTF-8" standalone="yes"?>
<Relationships xmlns="http://schemas.openxmlformats.org/package/2006/relationships"><Relationship Id="rId1" Target="../slideLayouts/slideLayout48.xml" Type="http://schemas.openxmlformats.org/officeDocument/2006/relationships/slideLayout"/><Relationship Id="rId2" Target="../notesSlides/notesSlide47.xml" Type="http://schemas.openxmlformats.org/officeDocument/2006/relationships/notesSlide"/></Relationships>
</file>

<file path=ppt/slides/_rels/slide48.xml.rels><?xml version="1.0" encoding="UTF-8" standalone="yes"?>
<Relationships xmlns="http://schemas.openxmlformats.org/package/2006/relationships"><Relationship Id="rId1" Target="../slideLayouts/slideLayout49.xml" Type="http://schemas.openxmlformats.org/officeDocument/2006/relationships/slideLayout"/><Relationship Id="rId2" Target="../notesSlides/notesSlide48.xml" Type="http://schemas.openxmlformats.org/officeDocument/2006/relationships/notesSlide"/></Relationships>
</file>

<file path=ppt/slides/_rels/slide49.xml.rels><?xml version="1.0" encoding="UTF-8" standalone="yes"?>
<Relationships xmlns="http://schemas.openxmlformats.org/package/2006/relationships"><Relationship Id="rId1" Target="../slideLayouts/slideLayout50.xml" Type="http://schemas.openxmlformats.org/officeDocument/2006/relationships/slideLayout"/><Relationship Id="rId2" Target="../notesSlides/notesSlide49.xml" Type="http://schemas.openxmlformats.org/officeDocument/2006/relationships/notesSlide"/></Relationships>
</file>

<file path=ppt/slides/_rels/slide50.xml.rels><?xml version="1.0" encoding="UTF-8" standalone="yes"?>
<Relationships xmlns="http://schemas.openxmlformats.org/package/2006/relationships"><Relationship Id="rId1" Target="../slideLayouts/slideLayout51.xml" Type="http://schemas.openxmlformats.org/officeDocument/2006/relationships/slideLayout"/><Relationship Id="rId2" Target="../notesSlides/notesSlide50.xml" Type="http://schemas.openxmlformats.org/officeDocument/2006/relationships/notesSlide"/></Relationships>
</file>

<file path=ppt/slides/_rels/slide51.xml.rels><?xml version="1.0" encoding="UTF-8" standalone="yes"?>
<Relationships xmlns="http://schemas.openxmlformats.org/package/2006/relationships"><Relationship Id="rId1" Target="../slideLayouts/slideLayout52.xml" Type="http://schemas.openxmlformats.org/officeDocument/2006/relationships/slideLayout"/><Relationship Id="rId2" Target="../notesSlides/notesSlide51.xml" Type="http://schemas.openxmlformats.org/officeDocument/2006/relationships/notesSlide"/></Relationships>
</file>

<file path=ppt/slides/_rels/slide52.xml.rels><?xml version="1.0" encoding="UTF-8" standalone="yes"?>
<Relationships xmlns="http://schemas.openxmlformats.org/package/2006/relationships"><Relationship Id="rId1" Target="../slideLayouts/slideLayout53.xml" Type="http://schemas.openxmlformats.org/officeDocument/2006/relationships/slideLayout"/><Relationship Id="rId2" Target="../notesSlides/notesSlide52.xml" Type="http://schemas.openxmlformats.org/officeDocument/2006/relationships/notesSlide"/></Relationships>
</file>

<file path=ppt/slides/_rels/slide53.xml.rels><?xml version="1.0" encoding="UTF-8" standalone="yes"?>
<Relationships xmlns="http://schemas.openxmlformats.org/package/2006/relationships"><Relationship Id="rId1" Target="../slideLayouts/slideLayout54.xml" Type="http://schemas.openxmlformats.org/officeDocument/2006/relationships/slideLayout"/><Relationship Id="rId2" Target="../notesSlides/notesSlide53.xml" Type="http://schemas.openxmlformats.org/officeDocument/2006/relationships/notesSlide"/></Relationships>
</file>

<file path=ppt/slides/_rels/slide54.xml.rels><?xml version="1.0" encoding="UTF-8" standalone="yes"?>
<Relationships xmlns="http://schemas.openxmlformats.org/package/2006/relationships"><Relationship Id="rId1" Target="../slideLayouts/slideLayout55.xml" Type="http://schemas.openxmlformats.org/officeDocument/2006/relationships/slideLayout"/><Relationship Id="rId2" Target="../notesSlides/notesSlide54.xml" Type="http://schemas.openxmlformats.org/officeDocument/2006/relationships/notesSlide"/></Relationships>
</file>

<file path=ppt/slides/_rels/slide55.xml.rels><?xml version="1.0" encoding="UTF-8" standalone="yes"?>
<Relationships xmlns="http://schemas.openxmlformats.org/package/2006/relationships"><Relationship Id="rId1" Target="../slideLayouts/slideLayout56.xml" Type="http://schemas.openxmlformats.org/officeDocument/2006/relationships/slideLayout"/><Relationship Id="rId2" Target="../notesSlides/notesSlide55.xml" Type="http://schemas.openxmlformats.org/officeDocument/2006/relationships/notesSlide"/></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Arial"/>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PresentationFormat>
  <Paragraphs>0</Paragraphs>
  <Slides>55</Slides>
  <Notes>55</Notes>
  <HiddenSlides>0</HiddenSlides>
  <MMClips>0</MMClips>
  <ScaleCrop>false</ScaleCrop>
  <HeadingPairs>
    <vt:vector size="4" baseType="variant">
      <vt:variant>
        <vt:lpstr>Theme</vt:lpstr>
      </vt:variant>
      <vt:variant>
        <vt:i4>1</vt:i4>
      </vt:variant>
      <vt:variant>
        <vt:lpstr>Slide Titles</vt:lpstr>
      </vt:variant>
      <vt:variant>
        <vt:i4>55</vt:i4>
      </vt:variant>
    </vt:vector>
  </HeadingPairs>
  <TitlesOfParts>
    <vt:vector size="56"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Created by Marp</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Indico: the 20 year history and evolution of an open-source project at CERN</dc:title>
  <dc:subject>PptxGenJS Presentation</dc:subject>
  <dc:creator>Created by Marp</dc:creator>
  <cp:lastModifiedBy>Created by Marp</cp:lastModifiedBy>
  <cp:revision>1</cp:revision>
  <dcterms:created xsi:type="dcterms:W3CDTF">2025-06-21T09:26:41.572Z</dcterms:created>
  <dcterms:modified xsi:type="dcterms:W3CDTF">2025-06-21T09:26:41.572Z</dcterms:modified>
</cp:coreProperties>
</file>